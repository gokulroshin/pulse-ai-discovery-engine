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PULSE AI DISCOVERY ENGINE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Multi-Channel Consumer Intelligence Platform  •  Myntra 30-Day Wishlist-to-Purchase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651760" cy="4114800"/>
          </a:xfrm>
          <a:prstGeom prst="rect">
            <a:avLst/>
          </a:prstGeom>
          <a:solidFill>
            <a:srgbClr val="0E2A3A"/>
          </a:solidFill>
          <a:ln w="180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Calibri"/>
              </a:rP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Multi-Channel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• 5 Sources: Play Store, App Store,
  Reddit, YouTube, Manual Upload
• Text normalization &amp; SHA-256 dedup
• Metadata enrichment (category,
  gender, brand tier)
• 1,938 documents ingested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554480"/>
            <a:ext cx="2651760" cy="4114800"/>
          </a:xfrm>
          <a:prstGeom prst="rect">
            <a:avLst/>
          </a:prstGeom>
          <a:solidFill>
            <a:srgbClr val="1E153A"/>
          </a:solidFill>
          <a:ln w="180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5CF6"/>
                </a:solidFill>
                <a:latin typeface="Calibri"/>
              </a:rP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659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LLM Signal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603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• Google Gemini Flash structured
  JSON extraction
• Verbatim quote hallucination
  guardrail (substring validation)
• 6 signal types: friction, motivation,
  behavior, uncertainty, comparison
• 1,554 verified extractions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54480"/>
            <a:ext cx="2651760" cy="4114800"/>
          </a:xfrm>
          <a:prstGeom prst="rect">
            <a:avLst/>
          </a:prstGeom>
          <a:solidFill>
            <a:srgbClr val="0A2A1E"/>
          </a:solidFill>
          <a:ln w="180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Calibri"/>
              </a:rPr>
              <a:t>LAYER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Aggregation &amp;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603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• TF-IDF + SVD embeddings
• Agglomerative clustering (k=15)
• 12-theme taxonomy labeling
• Label consolidation → 8 unique areas
• 5-dimension composite scoring:
  Freq + Tri + Conv + Seg + Act
• Ranked #1 through #8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54480"/>
            <a:ext cx="2651760" cy="4114800"/>
          </a:xfrm>
          <a:prstGeom prst="rect">
            <a:avLst/>
          </a:prstGeom>
          <a:solidFill>
            <a:srgbClr val="2A200A"/>
          </a:solidFill>
          <a:ln w="180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alibri"/>
              </a:rPr>
              <a:t>LAYER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9659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Intelligence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603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• Next.js 14 interactive dashboard
• Ranked opportunity table
• Evidence drill-down explorer
• AI Insight Search (RAG Q&amp;A)
• Topic-matched corroborating
  customer evidence
• Segment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1,938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4360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1,554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Extractions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94360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8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Opportunity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94360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4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94360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0.87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Top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Ranked Business Opportunity Areas &amp; Composite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Composite Score  =  25% Frequency  +  25% Triangulation  +  25% Conversion Relevance  +  15% Segment Breadth  +  10% Actionability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Styling &amp; Outfit Context Deficit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916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0.87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916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642 quotes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811640"/>
            <a:ext cx="2227478" cy="1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Users struggle to visualize outfits with existing wardrobe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Post-Order &amp; Return Policy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585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0.64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5856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370 quotes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378568"/>
            <a:ext cx="1638604" cy="14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258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Fear of difficult returns, delayed refunds, denied exchanges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2549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B5CF6"/>
                </a:solidFill>
                <a:latin typeface="Calibri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25496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Fit &amp; Sizing Confidence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2549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B5CF6"/>
                </a:solidFill>
                <a:latin typeface="Calibri"/>
              </a:rPr>
              <a:t>0.62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25496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198 quotes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45496"/>
            <a:ext cx="1587398" cy="1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Size charts don't match real body; inconsistent across brands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9242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92424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Wishlist Decision Deferral &amp; Intent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39242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0.51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39242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21 quotes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512424"/>
            <a:ext cx="1305763" cy="1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392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Saving items as preliminary step; waiting for sales/opinions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593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5935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Post-Confirmation Inventory &amp; Order Cancellations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95935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0.50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5935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77 quotes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079352"/>
            <a:ext cx="1280160" cy="1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39593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Confirmed orders cancelled due to stock sync failures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#6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526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Review Authenticity &amp; Trust Deficit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5262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0.45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5262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141 quotes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646280"/>
            <a:ext cx="1152144" cy="1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Distrust in generic 5-star reviews without real customer photos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9320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#7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09320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Bookmarking vs. High-Intent Ambiguity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0932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0.39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09320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76 quotes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5213208"/>
            <a:ext cx="998524" cy="1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5093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Wishlist used as moodboard/inspiration, not purchase funnel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6013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#8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660136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Fulfillment &amp; Delivery Tracking Friction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66013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0.36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660136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29 quotes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5780136"/>
            <a:ext cx="921715" cy="1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56601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94A3B8"/>
                </a:solidFill>
                <a:latin typeface="Calibri"/>
              </a:rPr>
              <a:t>Delayed shipments, fake delivery attempts, no tracking updates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RANK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OPPORTUNITY AREA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SCORE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COMPOSITE BAR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366F1"/>
                </a:solidFill>
                <a:latin typeface="Calibri"/>
              </a:rPr>
              <a:t>DESCRIPTION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035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Frequency (25%)</a:t>
            </a:r>
          </a:p>
          <a:p>
            <a:r>
              <a:rPr sz="800">
                <a:solidFill>
                  <a:srgbClr val="94A3B8"/>
                </a:solidFill>
                <a:latin typeface="Calibri"/>
              </a:rPr>
              <a:t>Prevalence across corpus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6035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Triangulation (25%)</a:t>
            </a:r>
          </a:p>
          <a:p>
            <a:r>
              <a:rPr sz="800">
                <a:solidFill>
                  <a:srgbClr val="94A3B8"/>
                </a:solidFill>
                <a:latin typeface="Calibri"/>
              </a:rPr>
              <a:t>Cross-platform confirmation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6035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Conversion Rel. (25%)</a:t>
            </a:r>
          </a:p>
          <a:p>
            <a:r>
              <a:rPr sz="800">
                <a:solidFill>
                  <a:srgbClr val="94A3B8"/>
                </a:solidFill>
                <a:latin typeface="Calibri"/>
              </a:rPr>
              <a:t>Impact on wishlist→purchase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6035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Segment Breadth (15%)</a:t>
            </a:r>
          </a:p>
          <a:p>
            <a:r>
              <a:rPr sz="800">
                <a:solidFill>
                  <a:srgbClr val="94A3B8"/>
                </a:solidFill>
                <a:latin typeface="Calibri"/>
              </a:rPr>
              <a:t>Affects broad or niche users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6035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Actionability (10%)</a:t>
            </a:r>
          </a:p>
          <a:p>
            <a:r>
              <a:rPr sz="800">
                <a:solidFill>
                  <a:srgbClr val="94A3B8"/>
                </a:solidFill>
                <a:latin typeface="Calibri"/>
              </a:rPr>
              <a:t>Non-monetary fix feasibility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